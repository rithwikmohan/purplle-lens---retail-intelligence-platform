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47424" y="1601372"/>
            <a:ext cx="9144000" cy="411480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76024" y="195318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8FF"/>
                </a:solidFill>
              </a:rPr>
              <a:t>PURPLLE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2428318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dirty="0">
                <a:solidFill>
                  <a:srgbClr val="FFFFFF"/>
                </a:solidFill>
              </a:rPr>
              <a:t>Store Intelligence
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6024" y="4663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B0B0C8"/>
                </a:solidFill>
              </a:rPr>
              <a:t>Real-time retail analytics — from CCTV to actionable insight.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2199132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534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🔍  Physical Retail is Flying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8686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dirty="0">
                <a:solidFill>
                  <a:srgbClr val="B0B0C8"/>
                </a:solidFill>
              </a:rPr>
              <a:t>⚠  Store managers have no live view of how many customers are inside.</a:t>
            </a:r>
          </a:p>
          <a:p>
            <a:r>
              <a:rPr sz="2300" dirty="0">
                <a:solidFill>
                  <a:srgbClr val="B0B0C8"/>
                </a:solidFill>
              </a:rPr>
              <a:t>⚠  No way to know which product zones attract the most dwell time.</a:t>
            </a:r>
          </a:p>
          <a:p>
            <a:r>
              <a:rPr sz="2300" dirty="0">
                <a:solidFill>
                  <a:srgbClr val="B0B0C8"/>
                </a:solidFill>
              </a:rPr>
              <a:t>⚠  Conversion drop-offs are discovered days later via POS reports.</a:t>
            </a:r>
          </a:p>
          <a:p>
            <a:r>
              <a:rPr sz="2300" dirty="0">
                <a:solidFill>
                  <a:srgbClr val="B0B0C8"/>
                </a:solidFill>
              </a:rPr>
              <a:t>⚠  Billing queue spikes cause walk-outs — invisible until it's too late.</a:t>
            </a:r>
          </a:p>
          <a:p>
            <a:r>
              <a:rPr sz="2300" dirty="0">
                <a:solidFill>
                  <a:srgbClr val="B0B0C8"/>
                </a:solidFill>
              </a:rPr>
              <a:t>⚠  Staff can't distinguish visitors from customers without manual counting.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1371600"/>
            <a:ext cx="4114800" cy="173736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A055FF"/>
                </a:solidFill>
              </a:rPr>
              <a:t>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240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avg funnel drop-off
between entry &amp; zone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3474720"/>
            <a:ext cx="4114800" cy="173736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0" y="3566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4A6B"/>
                </a:solidFill>
              </a:rPr>
              <a:t>4–5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43434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avg queue tolerance
before abandonment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5577840"/>
            <a:ext cx="4114800" cy="173736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0" y="5669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E5FF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real-time alerts in
most physical stores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💡  End-to-End Store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B0B0C8"/>
                </a:solidFill>
              </a:rPr>
              <a:t>We turn existing CCTV footage + POS data into a real-time intelligence layer — no new hardware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3291840" cy="34747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3291840" cy="73152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9443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055FF"/>
                </a:solidFill>
              </a:rPr>
              <a:t>👁 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C8"/>
                </a:solidFill>
              </a:rPr>
              <a:t>YOLOv8 Nano tracks every
person entering the store.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743200"/>
            <a:ext cx="3291840" cy="34747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23360" y="2743200"/>
            <a:ext cx="3291840" cy="73152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29443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2FBF"/>
                </a:solidFill>
              </a:rPr>
              <a:t>🔗 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6118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C8"/>
                </a:solidFill>
              </a:rPr>
              <a:t>Cross-camera Re-ID links
the same person across zones.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43200"/>
            <a:ext cx="3291840" cy="34747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43800" y="2743200"/>
            <a:ext cx="3291840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29443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</a:rPr>
              <a:t>📊  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6118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C8"/>
                </a:solidFill>
              </a:rPr>
              <a:t>FastAPI + SQLite compute
live metrics &amp; conversions.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64240" y="2743200"/>
            <a:ext cx="3291840" cy="34747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064240" y="2743200"/>
            <a:ext cx="3291840" cy="73152"/>
          </a:xfrm>
          <a:prstGeom prst="rect">
            <a:avLst/>
          </a:prstGeom>
          <a:solidFill>
            <a:srgbClr val="FF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0" y="29443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A6B"/>
                </a:solidFill>
              </a:rPr>
              <a:t>🚨 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36118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0C8"/>
                </a:solidFill>
              </a:rPr>
              <a:t>Anomaly engine fires instant
alerts for queues &amp; drop-offs.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⚙  3-Layer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4434840" cy="502920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73152" cy="50292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055FF"/>
                </a:solidFill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detect.py  →  tracker.py  →  emit.py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3931920" cy="1828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0C8"/>
                </a:solidFill>
              </a:rPr>
              <a:t>YOLOv8n processes 1 frame/sec
HSV Re-ID across cameras
Emits JSONL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B2FB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920240"/>
            <a:ext cx="4434840" cy="502920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" cy="502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0680" y="2103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API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697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FastAPI  +  SQLite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3291840"/>
            <a:ext cx="3931920" cy="1828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342900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0C8"/>
                </a:solidFill>
              </a:rPr>
              <a:t>POST /events/ingest (batch)
GET /stores/{id}/metrics
GET /stores/{id}/anomalies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B2FB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920240"/>
            <a:ext cx="4434840" cy="502920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21240" y="1920240"/>
            <a:ext cx="73152" cy="5029200"/>
          </a:xfrm>
          <a:prstGeom prst="rect">
            <a:avLst/>
          </a:prstGeom>
          <a:solidFill>
            <a:srgbClr val="D4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2103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8FF"/>
                </a:solidFill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697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HTML + CSS + Chart.js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3291840"/>
            <a:ext cx="3931920" cy="18288"/>
          </a:xfrm>
          <a:prstGeom prst="rect">
            <a:avLst/>
          </a:prstGeom>
          <a:solidFill>
            <a:srgbClr val="7B2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342900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0C8"/>
                </a:solidFill>
              </a:rPr>
              <a:t>Auto-refresh every 5s
KPI cards, funnel, heatmap
Anomaly alerts, event 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72237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POS CSV auto-imported at startup and correlated with billing events via 5-min window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Live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📺  Real-time Analytics at a Glance</a:t>
            </a:r>
          </a:p>
        </p:txBody>
      </p:sp>
      <p:pic>
        <p:nvPicPr>
          <p:cNvPr id="6" name="Picture 5" descr="media__17805787357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9326880" cy="44903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104120" y="1554480"/>
            <a:ext cx="420624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04120" y="1554480"/>
            <a:ext cx="64008" cy="14173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05288" y="1691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8FF"/>
                </a:solidFill>
              </a:rPr>
              <a:t>KPI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5288" y="2148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Visitors · Conversion
Queue · Abandonment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04120" y="3154680"/>
            <a:ext cx="420624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04120" y="3154680"/>
            <a:ext cx="64008" cy="14173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05288" y="3291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8FF"/>
                </a:solidFill>
              </a:rPr>
              <a:t>Live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5288" y="37490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Rolling time-series
of visitors + 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04120" y="4754880"/>
            <a:ext cx="420624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104120" y="4754880"/>
            <a:ext cx="64008" cy="14173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05288" y="4892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8FF"/>
                </a:solidFill>
              </a:rPr>
              <a:t>Store Toggle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5288" y="5349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Switch between
Store 1 &amp; Store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20" y="6355080"/>
            <a:ext cx="420624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104120" y="6355080"/>
            <a:ext cx="64008" cy="14173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5288" y="6492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8FF"/>
                </a:solidFill>
              </a:rPr>
              <a:t>Auto-Refresh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5288" y="6949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Polls every 5s via
fetch()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Zone Heatmap &amp; Conversion Funnel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🗺  Understanding Where Customers Go</a:t>
            </a:r>
          </a:p>
        </p:txBody>
      </p:sp>
      <p:pic>
        <p:nvPicPr>
          <p:cNvPr id="6" name="Picture 5" descr="media__1780578735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91056"/>
            <a:ext cx="77724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5544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Zone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488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0B0C8"/>
                </a:solidFill>
              </a:rPr>
              <a:t>›  Color-coded grid of every product zone.</a:t>
            </a:r>
          </a:p>
          <a:p>
            <a:r>
              <a:rPr sz="1800">
                <a:solidFill>
                  <a:srgbClr val="B0B0C8"/>
                </a:solidFill>
              </a:rPr>
              <a:t>›  Purple intensity = visit frequency.</a:t>
            </a:r>
          </a:p>
          <a:p>
            <a:r>
              <a:rPr sz="1800">
                <a:solidFill>
                  <a:srgbClr val="B0B0C8"/>
                </a:solidFill>
              </a:rPr>
              <a:t>›  Hover tooltip: Visits count + Avg Dwell time.</a:t>
            </a:r>
          </a:p>
          <a:p>
            <a:r>
              <a:rPr sz="1800">
                <a:solidFill>
                  <a:srgbClr val="B0B0C8"/>
                </a:solidFill>
              </a:rPr>
              <a:t>›  Identifies dead zones with zero traffic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4805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8FF"/>
                </a:solidFill>
              </a:rPr>
              <a:t>Conversion Funnel (from dashboard)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50749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0B0C8"/>
                </a:solidFill>
              </a:rPr>
              <a:t>▸  Entry  →  18 customers</a:t>
            </a:r>
          </a:p>
          <a:p>
            <a:r>
              <a:rPr sz="1800">
                <a:solidFill>
                  <a:srgbClr val="B0B0C8"/>
                </a:solidFill>
              </a:rPr>
              <a:t>▸  Zone Visit  →  6  (68.7% drop-off)</a:t>
            </a:r>
          </a:p>
          <a:p>
            <a:r>
              <a:rPr sz="1800">
                <a:solidFill>
                  <a:srgbClr val="B0B0C8"/>
                </a:solidFill>
              </a:rPr>
              <a:t>▸  Billing Queue  →  2  (68.7% drop-off)</a:t>
            </a:r>
          </a:p>
          <a:p>
            <a:r>
              <a:rPr sz="1800">
                <a:solidFill>
                  <a:srgbClr val="B0B0C8"/>
                </a:solidFill>
              </a:rPr>
              <a:t>▸  Purchase  →  0  (100% drop-off)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Real-time Event 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⚡  Every Customer Move, Captured as an Event</a:t>
            </a:r>
          </a:p>
        </p:txBody>
      </p:sp>
      <p:pic>
        <p:nvPicPr>
          <p:cNvPr id="6" name="Picture 5" descr="media__1780578735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16736"/>
            <a:ext cx="5350646" cy="6398406"/>
          </a:xfrm>
          <a:prstGeom prst="rect">
            <a:avLst/>
          </a:prstGeom>
        </p:spPr>
      </p:pic>
      <p:pic>
        <p:nvPicPr>
          <p:cNvPr id="7" name="Picture 6" descr="media__17805787359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126" y="1824228"/>
            <a:ext cx="5128612" cy="5486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155680" y="1645920"/>
            <a:ext cx="320040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ENTRY / 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0C8"/>
                </a:solidFill>
              </a:rPr>
              <a:t>Tracks door crossings, flags re-entries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0" y="3246120"/>
            <a:ext cx="320040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3383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ZONE_ENTER / EXIT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0C8"/>
                </a:solidFill>
              </a:rPr>
              <a:t>Captures product zone visits &amp; dwell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5680" y="4846320"/>
            <a:ext cx="320040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92840" y="4983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8FF"/>
                </a:solidFill>
              </a:rPr>
              <a:t>BILLING_QUEUE_JOIN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5440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0C8"/>
                </a:solidFill>
              </a:rPr>
              <a:t>Detects customers joining checkout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0" y="6446520"/>
            <a:ext cx="3200400" cy="141732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92840" y="6583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A6B"/>
                </a:solidFill>
              </a:rPr>
              <a:t>BILLING_QUEUE_ABANDON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7040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0C8"/>
                </a:solidFill>
              </a:rPr>
              <a:t>Flags walk-outs before purchase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🚨  Proactive Operational Alerts in Real-Time</a:t>
            </a:r>
          </a:p>
        </p:txBody>
      </p:sp>
      <p:pic>
        <p:nvPicPr>
          <p:cNvPr id="6" name="Picture 5" descr="media__1780578735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486400" cy="59084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554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A8FF"/>
                </a:solidFill>
              </a:rPr>
              <a:t>Three Anomaly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194560"/>
            <a:ext cx="7680960" cy="173736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0" y="2194560"/>
            <a:ext cx="64008" cy="1737360"/>
          </a:xfrm>
          <a:prstGeom prst="rect">
            <a:avLst/>
          </a:prstGeom>
          <a:solidFill>
            <a:srgbClr val="FF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2331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4A6B"/>
                </a:solidFill>
              </a:rPr>
              <a:t>BILLING QUEUE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788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Queue &gt; 5  →  WARN
Queue &gt; 10  →  CRITICAL
Action: Deploy staff to checkout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114800"/>
            <a:ext cx="7680960" cy="173736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4114800"/>
            <a:ext cx="64008" cy="1737360"/>
          </a:xfrm>
          <a:prstGeom prst="rect">
            <a:avLst/>
          </a:prstGeom>
          <a:solidFill>
            <a:srgbClr val="FF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4A6B"/>
                </a:solidFill>
              </a:rPr>
              <a:t>CONVERSION 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4709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Today &lt; 70% of 7-day avg  →  WARN
Today &lt; 50% of 7-day avg  →  CRITICAL
Action: Check POS / pricing issues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6035040"/>
            <a:ext cx="7680960" cy="173736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6035040"/>
            <a:ext cx="64008" cy="17373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4848" y="6172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055FF"/>
                </a:solidFill>
              </a:rPr>
              <a:t>DEAD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6629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0C8"/>
                </a:solidFill>
              </a:rPr>
              <a:t>No visits in 30+ min  →  WARN
Zero visits today  →  INFO
Action: Review zone merchandising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Tech Stack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864" cy="5029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055FF"/>
                </a:solidFill>
              </a:rPr>
              <a:t>🔧  Built Lean. Works on CPU. Zero New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4389120" cy="192024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438912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8FF"/>
                </a:solidFill>
              </a:rPr>
              <a:t>YOLOv8 Nano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CPU inference · 1 FPS · 93% frame skip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59" y="1920240"/>
            <a:ext cx="4389120" cy="192024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66359" y="1920240"/>
            <a:ext cx="438912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39" y="2103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Re-ID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39" y="2514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8FF"/>
                </a:solidFill>
              </a:rPr>
              <a:t>HSV Histograms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30175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Cosine similarity · No GPU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800" y="1920240"/>
            <a:ext cx="4389120" cy="192024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29800" y="1920240"/>
            <a:ext cx="438912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2103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514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8FF"/>
                </a:solidFill>
              </a:rPr>
              <a:t>FastAPI + 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0175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Zero-infra · Swagger UI · Full REST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06240"/>
            <a:ext cx="4389120" cy="192024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206240"/>
            <a:ext cx="438912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8FF"/>
                </a:solidFill>
              </a:rPr>
              <a:t>Vanilla JS + Chart.js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035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No build step · Opens in browser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59" y="4206240"/>
            <a:ext cx="4389120" cy="192024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166359" y="4206240"/>
            <a:ext cx="4389120" cy="64008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9239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0C8"/>
                </a:solidFill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39" y="48006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A8FF"/>
                </a:solidFill>
              </a:rPr>
              <a:t>Docker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39" y="53035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0C8"/>
                </a:solidFill>
              </a:rPr>
              <a:t>Single command to run everything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920240"/>
            <a:ext cx="4663440" cy="4206240"/>
          </a:xfrm>
          <a:prstGeom prst="rect">
            <a:avLst/>
          </a:prstGeom>
          <a:solidFill>
            <a:srgbClr val="13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92640" y="1920240"/>
            <a:ext cx="4663440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21031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</a:rPr>
              <a:t>Key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6974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0B0C8"/>
                </a:solidFill>
              </a:rPr>
              <a:t>  ✅  Real-time visitor tracking</a:t>
            </a:r>
          </a:p>
          <a:p>
            <a:r>
              <a:rPr sz="1700">
                <a:solidFill>
                  <a:srgbClr val="B0B0C8"/>
                </a:solidFill>
              </a:rPr>
              <a:t>  ✅  Zone dwell &amp; conversion KPIs</a:t>
            </a:r>
          </a:p>
          <a:p>
            <a:r>
              <a:rPr sz="1700">
                <a:solidFill>
                  <a:srgbClr val="B0B0C8"/>
                </a:solidFill>
              </a:rPr>
              <a:t>  ✅  Instant anomaly alerts</a:t>
            </a:r>
          </a:p>
          <a:p>
            <a:r>
              <a:rPr sz="1700">
                <a:solidFill>
                  <a:srgbClr val="B0B0C8"/>
                </a:solidFill>
              </a:rPr>
              <a:t>  ✅  POS-correlated conversion rate</a:t>
            </a:r>
          </a:p>
          <a:p>
            <a:r>
              <a:rPr sz="1700">
                <a:solidFill>
                  <a:srgbClr val="B0B0C8"/>
                </a:solidFill>
              </a:rPr>
              <a:t>  ✅  Works on existing CCTV + CPU</a:t>
            </a:r>
          </a:p>
          <a:p>
            <a:r>
              <a:rPr sz="1700">
                <a:solidFill>
                  <a:srgbClr val="B0B0C8"/>
                </a:solidFill>
              </a:rPr>
              <a:t>  ✅  Live dashboard, no new hardware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7772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0C8"/>
                </a:solidFill>
              </a:rPr>
              <a:t>Purplle Store Intelligence  ·  Hackathon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8174736"/>
            <a:ext cx="1463040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533120" y="7818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B0C8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702</Words>
  <Application>Microsoft Office PowerPoint</Application>
  <PresentationFormat>Custom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DUNDIGALLA RITHWIK MOHAN</cp:lastModifiedBy>
  <cp:revision>2</cp:revision>
  <dcterms:created xsi:type="dcterms:W3CDTF">2013-01-27T09:14:16Z</dcterms:created>
  <dcterms:modified xsi:type="dcterms:W3CDTF">2026-06-04T13:50:16Z</dcterms:modified>
  <cp:category/>
</cp:coreProperties>
</file>