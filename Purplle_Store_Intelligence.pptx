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800080"/>
                </a:solidFill>
              </a:defRPr>
            </a:pPr>
            <a:r>
              <a:t>Purplle Store Intelligence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retail analytics platform for physical Purplle stores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00080"/>
                </a:solidFill>
              </a:defRPr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Ingests CCTV video streams and POS transactions in real-time.</a:t>
            </a:r>
          </a:p>
          <a:p>
            <a:pPr/>
            <a:r>
              <a:t>Answers key questions: Who entered? Where did they go? Did they buy?</a:t>
            </a:r>
          </a:p>
          <a:p>
            <a:pPr/>
            <a:r>
              <a:t>Produces actionable insights via a live web dashboard.</a:t>
            </a:r>
          </a:p>
          <a:p>
            <a:pPr/>
            <a:r>
              <a:t>Zero-infrastructure setup, completely offline capable.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00080"/>
                </a:solidFill>
              </a:defRPr>
            </a:pPr>
            <a:r>
              <a:t>Architecture &amp;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Pipeline: CCTV videos processed locally.</a:t>
            </a:r>
          </a:p>
          <a:p>
            <a:pPr/>
            <a:r>
              <a:t>2. Object Detection: YOLOv8 Nano for lightweight CPU inference.</a:t>
            </a:r>
          </a:p>
          <a:p>
            <a:pPr/>
            <a:r>
              <a:t>3. Re-ID Tracker: Cross-camera tracking using HSV color histograms.</a:t>
            </a:r>
          </a:p>
          <a:p>
            <a:pPr/>
            <a:r>
              <a:t>4. API Server: FastAPI ingests events &amp; POS data into SQLite.</a:t>
            </a:r>
          </a:p>
          <a:p>
            <a:pPr/>
            <a:r>
              <a:t>5. Dashboard: Real-time HTML/JS dashboard polling every 5s.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00080"/>
                </a:solidFill>
              </a:defRPr>
            </a:pPr>
            <a:r>
              <a:t>Key Metrics Tracked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Conversion Rate: Matches billing zone visitors to POS transactions.</a:t>
            </a:r>
          </a:p>
          <a:p>
            <a:pPr/>
            <a:r>
              <a:t>Average Dwell Time: Tracks duration spent per product zone.</a:t>
            </a:r>
          </a:p>
          <a:p>
            <a:pPr/>
            <a:r>
              <a:t>Queue Depth: Live count of customers in the billing queue.</a:t>
            </a:r>
          </a:p>
          <a:p>
            <a:pPr/>
            <a:r>
              <a:t>Abandonment Rate: Identifies customers leaving the queue without buying.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00080"/>
                </a:solidFill>
              </a:defRPr>
            </a:pPr>
            <a:r>
              <a:t>Anomaly Detection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Billing Queue Spikes: Alerts when queue depth &gt; 5 (WARN) or &gt; 10 (CRITICAL).</a:t>
            </a:r>
          </a:p>
          <a:p>
            <a:pPr/>
            <a:r>
              <a:t>Conversion Drops: Alerts when today's rate falls below 70% of 7-day average.</a:t>
            </a:r>
          </a:p>
          <a:p>
            <a:pPr/>
            <a:r>
              <a:t>Dead Zones: Flags zones with no new visits in 30+ minutes.</a:t>
            </a:r>
          </a:p>
          <a:p>
            <a:pPr/>
            <a:r>
              <a:t>Proactive alerts allow store managers to act immediately.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00080"/>
                </a:solidFill>
              </a:defRPr>
            </a:pPr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KPI Cards: Visitors, conversion, queue depth.</a:t>
            </a:r>
          </a:p>
          <a:p>
            <a:pPr/>
            <a:r>
              <a:t>Conversion Funnel: Entry → Zone Visit → Billing Queue → Purchase.</a:t>
            </a:r>
          </a:p>
          <a:p>
            <a:pPr/>
            <a:r>
              <a:t>Zone Heatmap: Color-coded map of store visit frequencies.</a:t>
            </a:r>
          </a:p>
          <a:p>
            <a:pPr/>
            <a:r>
              <a:t>Event Stream: Scrolling live feed of CCTV-derived events.</a:t>
            </a:r>
          </a:p>
          <a:p>
            <a:pPr/>
            <a:r>
              <a:t>Dark Mode Premium UI: Clean, responsive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