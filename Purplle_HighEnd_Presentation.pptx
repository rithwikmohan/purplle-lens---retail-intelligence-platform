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0B0FF"/>
                </a:solidFill>
              </a:defRPr>
            </a:pPr>
            <a:r>
              <a:t>Purplle Store Intelligence</a:t>
            </a:r>
          </a:p>
          <a:p>
            <a:pPr algn="ctr">
              <a:defRPr sz="2400">
                <a:solidFill>
                  <a:srgbClr val="B4B4B4"/>
                </a:solidFill>
              </a:defRPr>
            </a:pPr>
            <a:r>
              <a:t>Next-Generation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Full Dashboard Overview</a:t>
            </a:r>
          </a:p>
        </p:txBody>
      </p:sp>
      <p:pic>
        <p:nvPicPr>
          <p:cNvPr id="3" name="Picture 2" descr="media__17805787357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52828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Zone Heatmap</a:t>
            </a:r>
          </a:p>
        </p:txBody>
      </p:sp>
      <p:pic>
        <p:nvPicPr>
          <p:cNvPr id="3" name="Picture 2" descr="media__1780578735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Event Stream</a:t>
            </a:r>
          </a:p>
        </p:txBody>
      </p:sp>
      <p:pic>
        <p:nvPicPr>
          <p:cNvPr id="3" name="Picture 2" descr="media__1780578735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13960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Camera Feed</a:t>
            </a:r>
          </a:p>
        </p:txBody>
      </p:sp>
      <p:pic>
        <p:nvPicPr>
          <p:cNvPr id="3" name="Picture 2" descr="media__17805787359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52185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Active Anomalies</a:t>
            </a:r>
          </a:p>
        </p:txBody>
      </p:sp>
      <p:pic>
        <p:nvPicPr>
          <p:cNvPr id="3" name="Picture 2" descr="media__1780578735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11816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0B0FF"/>
                </a:solidFill>
              </a:defRPr>
            </a:pPr>
            <a:r>
              <a:t>System Architecture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1. Real-time CCTV Video Ingestion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2. YOLOv8 Nano Edge Processing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3. Cross-Camera Tracking (ReID)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4. FastAPI + SQLite Analytics Engine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5. Millisecond-latency Web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